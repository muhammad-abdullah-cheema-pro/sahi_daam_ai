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Sahi Daam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Voice-first mandi advisor — Punjab (AICON'26)</a:t>
            </a:r>
          </a:p>
          <a:p>
            <a:pPr>
              <a:defRPr sz="2000"/>
            </a:pPr>
            <a:r>
              <a:t>Wholesale reference · city routing · harvest hints</a:t>
            </a:r>
          </a:p>
          <a:p>
            <a:pPr>
              <a:defRPr sz="2000"/>
            </a:pPr>
            <a:r>
              <a:t>DEPLOYED_URL: (fill after deploy)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Farmers hear one broker quote without a wholesale band</a:t>
            </a:r>
          </a:p>
          <a:p>
            <a:pPr>
              <a:defRPr sz="2000"/>
            </a:pPr>
            <a:r>
              <a:t>Hard to compare net price at another mandi after transport (ESTIMATE math)</a:t>
            </a:r>
          </a:p>
          <a:p>
            <a:pPr>
              <a:defRPr sz="2000"/>
            </a:pPr>
            <a:r>
              <a:t>Rain/heat timing — need generic, non-chemical guidance</a:t>
            </a:r>
          </a:p>
          <a:p>
            <a:pPr>
              <a:defRPr sz="2000"/>
            </a:pPr>
            <a:r>
              <a:t>We do not claim proven income gains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Parse: Gemini (google-genai) or offline lexicon fallback</a:t>
            </a:r>
          </a:p>
          <a:p>
            <a:pPr>
              <a:defRPr sz="2000"/>
            </a:pPr>
            <a:r>
              <a:t>Band + verdict: scikit-learn quantiles or recent_median_band</a:t>
            </a:r>
          </a:p>
          <a:p>
            <a:pPr>
              <a:defRPr sz="2000"/>
            </a:pPr>
            <a:r>
              <a:t>Routing: formula with assumed transport/commission (ESTIMATE)</a:t>
            </a:r>
          </a:p>
          <a:p>
            <a:pPr>
              <a:defRPr sz="2000"/>
            </a:pPr>
            <a:r>
              <a:t>Advisory: RULE-BASED Open-Meteo + trend — NOT ML</a:t>
            </a:r>
          </a:p>
          <a:p>
            <a:pPr>
              <a:defRPr sz="2000"/>
            </a:pPr>
            <a:r>
              <a:t>Output: Urdu summary; gTTS speaks summary text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Demo — Very low quote (MEASURED)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Input: "40 maund Tomato Okara quote 2800"</a:t>
            </a:r>
          </a:p>
          <a:p>
            <a:pPr>
              <a:defRPr sz="2000"/>
            </a:pPr>
            <a:r>
              <a:t>Verdict: Very low · Reference: Lahore</a:t>
            </a:r>
          </a:p>
          <a:p>
            <a:pPr>
              <a:defRPr sz="2000"/>
            </a:pPr>
            <a:r>
              <a:t>Band low/avg/high: 5400 / 5800 / 6000 Rs/maund</a:t>
            </a:r>
          </a:p>
          <a:p>
            <a:pPr>
              <a:defRPr sz="2000"/>
            </a:pPr>
            <a:r>
              <a:t>Basis: recent_median_band · as_of 2026-10-09</a:t>
            </a:r>
          </a:p>
          <a:p>
            <a:pPr>
              <a:defRPr sz="2000"/>
            </a:pPr>
            <a:r>
              <a:t>[Placeholder: Streamlit verdict screenshot]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Fail closed (MEASURED)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Input: "50 maund Wheat Lahore quote 4500"</a:t>
            </a:r>
          </a:p>
          <a:p>
            <a:pPr>
              <a:defRPr sz="2000"/>
            </a:pPr>
            <a:r>
              <a:t>Verdict: Unable to assess — no usable Wheat wholesale band</a:t>
            </a:r>
          </a:p>
          <a:p>
            <a:pPr>
              <a:defRPr sz="2000"/>
            </a:pPr>
            <a:r>
              <a:t>Wheat/Lahore: 0 days in AMIS cache</a:t>
            </a:r>
          </a:p>
          <a:p>
            <a:pPr>
              <a:defRPr sz="2000"/>
            </a:pPr>
            <a:r>
              <a:t>[Placeholder: Unable to assess UI screenshot]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Evaluation (tagged)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AMIS: 434 rows, 2026-07-13..2026-10-09 — MEASURED</a:t>
            </a:r>
          </a:p>
          <a:p>
            <a:pPr>
              <a:defRPr sz="2000"/>
            </a:pPr>
            <a:r>
              <a:t>All commodity×city pairs still &lt;90 days — MEASURED</a:t>
            </a:r>
          </a:p>
          <a:p>
            <a:pPr>
              <a:defRPr sz="2000"/>
            </a:pPr>
            <a:r>
              <a:t>Rolling backtest n_test=0 — MEASURED</a:t>
            </a:r>
          </a:p>
          <a:p>
            <a:pPr>
              <a:defRPr sz="2000"/>
            </a:pPr>
            <a:r>
              <a:t>Spread: Onion gross gap 3.23%, Tomato 4.07% — ESTIMATE</a:t>
            </a:r>
          </a:p>
          <a:p>
            <a:pPr>
              <a:defRPr sz="2000"/>
            </a:pPr>
            <a:r>
              <a:t>analyze() p50 127 ms, p95 164 ms (n=20) — MEASURED</a:t>
            </a:r>
          </a:p>
          <a:p>
            <a:pPr>
              <a:defRPr sz="2000"/>
            </a:pPr>
            <a:r>
              <a:t>[Placeholder: reports/figures chart]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AI scope &amp;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DEFAULT_MODEL gemini-3.5-flash — set GEMINI_MODEL via check_env</a:t>
            </a:r>
          </a:p>
          <a:p>
            <a:pPr>
              <a:defRPr sz="2000"/>
            </a:pPr>
            <a:r>
              <a:t>Live typed Gemini: 0/20 if model_not_found — MEASURED</a:t>
            </a:r>
          </a:p>
          <a:p>
            <a:pPr>
              <a:defRPr sz="2000"/>
            </a:pPr>
            <a:r>
              <a:t>Offline typed parse: 20/20 — MEASURED (not speech accuracy)</a:t>
            </a:r>
          </a:p>
          <a:p>
            <a:pPr>
              <a:defRPr sz="2000"/>
            </a:pPr>
            <a:r>
              <a:t>No human voice benchmark yet; gTTS synth = SYNTHETIC-AUDIO</a:t>
            </a:r>
          </a:p>
          <a:p>
            <a:pPr>
              <a:defRPr sz="2000"/>
            </a:pPr>
            <a:r>
              <a:t>Not claimed: ASR %, MAPE, farmer income 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Team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Team: (fill names in README table)</a:t>
            </a:r>
          </a:p>
          <a:p>
            <a:pPr>
              <a:defRPr sz="2000"/>
            </a:pPr>
            <a:r>
              <a:t>Try DEPLOYED_URL · Questions?</a:t>
            </a:r>
          </a:p>
          <a:p>
            <a:pPr>
              <a:defRPr sz="2000"/>
            </a:pPr>
            <a:r>
              <a:t>Built with Cursor / AI coding assistants</a:t>
            </a:r>
          </a:p>
          <a:p>
            <a:pPr>
              <a:defRPr sz="2000"/>
            </a:pPr>
            <a:r>
              <a:t>Metrics from reports/ on this repo — not LLM estimates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